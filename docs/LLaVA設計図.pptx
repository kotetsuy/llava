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95" d="100"/>
          <a:sy n="9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B9C51F-E489-E5E7-0997-7BD6E3661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6AA3D0D-467E-BFCE-6EB4-8813A1272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352827-63A6-EEF4-CA4E-BEB96663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4F0E2-2E4A-F445-B2D0-D358C44EF748}" type="datetimeFigureOut">
              <a:rPr kumimoji="1" lang="ja-JP" altLang="en-US" smtClean="0"/>
              <a:t>2026/5/5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9090BF-E9ED-E184-14DE-A6236F9E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82FC53-9CDD-64F0-15F7-F58A5B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DC8E-D6C6-CE4E-8590-2C1A8F816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701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F445A7-54D0-58E6-7ADC-85315299F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1B5FFE-00EA-90B4-FAE1-FB5C44AB2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15829B-ECD9-E517-975C-B8FB97FF8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4F0E2-2E4A-F445-B2D0-D358C44EF748}" type="datetimeFigureOut">
              <a:rPr kumimoji="1" lang="ja-JP" altLang="en-US" smtClean="0"/>
              <a:t>2026/5/5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B454E3-5074-3D90-3BDF-C6150DE1E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5FDDB0-07FF-1560-19B4-D4AFC0EB0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DC8E-D6C6-CE4E-8590-2C1A8F816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3812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2FED9A-3845-B959-01C9-B2965FF63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C2CE71-FCC1-AB2B-2EF4-F0714A247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150010-C46C-5A9C-0BD2-BF2264559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4F0E2-2E4A-F445-B2D0-D358C44EF748}" type="datetimeFigureOut">
              <a:rPr kumimoji="1" lang="ja-JP" altLang="en-US" smtClean="0"/>
              <a:t>2026/5/5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BC07E7-27A5-E527-C778-A5163683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664B91-98E9-8671-A095-4F0E34DD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DC8E-D6C6-CE4E-8590-2C1A8F816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81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8AD81E-9CA6-C457-66F4-FAF39E5D0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83901C-8699-B7A3-6975-804DBFE4F0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F2A0DC-940F-C560-6768-72D3EE46F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015320-E2BD-84D5-5498-8835E3109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4F0E2-2E4A-F445-B2D0-D358C44EF748}" type="datetimeFigureOut">
              <a:rPr kumimoji="1" lang="ja-JP" altLang="en-US" smtClean="0"/>
              <a:t>2026/5/5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2676F4-7477-3F6A-C4E4-FA5C61C7E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EEDF9C-D5E3-34B8-42B0-B55D8317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DC8E-D6C6-CE4E-8590-2C1A8F816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36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9D44CD-8B0B-6071-B61C-EC6CB2BF0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FF4974-FC01-7BF8-99BD-420D64252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AE95FE4-41C9-C455-6167-D102FA64C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99BDD87-F550-F234-C16D-D435DD3C8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F75048-2DB9-EFC7-C4D4-B90BDA38CA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51285C8-8BE3-6B13-25F6-CB638B3D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4F0E2-2E4A-F445-B2D0-D358C44EF748}" type="datetimeFigureOut">
              <a:rPr kumimoji="1" lang="ja-JP" altLang="en-US" smtClean="0"/>
              <a:t>2026/5/5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88B365C-E110-7FFE-15E2-3202C39F8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9632550-A93F-4D22-DDB0-8C1B4BE6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DC8E-D6C6-CE4E-8590-2C1A8F816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799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62C8F8-9D18-DCDB-A64D-BE5A59BCE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B112E95-2E65-9D02-396A-98AF5A652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4F0E2-2E4A-F445-B2D0-D358C44EF748}" type="datetimeFigureOut">
              <a:rPr kumimoji="1" lang="ja-JP" altLang="en-US" smtClean="0"/>
              <a:t>2026/5/5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BAFA32D-4962-4E62-951E-AB1411B2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9231682-C750-6839-12D5-857EC7A81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DC8E-D6C6-CE4E-8590-2C1A8F816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7876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3202A01-6929-1217-91C2-C12B6A22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4F0E2-2E4A-F445-B2D0-D358C44EF748}" type="datetimeFigureOut">
              <a:rPr kumimoji="1" lang="ja-JP" altLang="en-US" smtClean="0"/>
              <a:t>2026/5/5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29C7BD3-4C77-73EE-C804-41124235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3E55C0-086F-D731-5101-4C7898F8A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DC8E-D6C6-CE4E-8590-2C1A8F816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704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C1466A-CB44-3A64-F9F6-633466471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7961ED-A88C-5AA5-D641-A611781B9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B3E038-3426-2391-3DF7-08612344C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11C75F-5416-4444-4035-9D1D971E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4F0E2-2E4A-F445-B2D0-D358C44EF748}" type="datetimeFigureOut">
              <a:rPr kumimoji="1" lang="ja-JP" altLang="en-US" smtClean="0"/>
              <a:t>2026/5/5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2F5367-CF03-EA97-795D-6E192F9B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F2539D-AEC5-2504-8BF1-246530994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DC8E-D6C6-CE4E-8590-2C1A8F816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3312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F37651-AB12-8AB0-A279-DA0C3D4E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FB8BEBB-A7F9-249D-65EA-9044230E1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8CD93D5-8338-1213-D7B0-2782C0A48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02D20C-FA99-C7B7-1AB8-CBB90E212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4F0E2-2E4A-F445-B2D0-D358C44EF748}" type="datetimeFigureOut">
              <a:rPr kumimoji="1" lang="ja-JP" altLang="en-US" smtClean="0"/>
              <a:t>2026/5/5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088EE9-0BD8-BA19-39A4-4A7FDAFC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344C6D-AC33-73A5-B7D5-3D873DA8F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DC8E-D6C6-CE4E-8590-2C1A8F816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4760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6E577-88B8-3887-3E56-4554F293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EFB54D3-DF83-3631-2882-5C5B36363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6FBD27-9212-2350-105E-552E0923D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4F0E2-2E4A-F445-B2D0-D358C44EF748}" type="datetimeFigureOut">
              <a:rPr kumimoji="1" lang="ja-JP" altLang="en-US" smtClean="0"/>
              <a:t>2026/5/5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5EA15A-6116-FB10-49A4-8F903BF80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8B39A4-B8B5-5834-94E5-DE55671C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DC8E-D6C6-CE4E-8590-2C1A8F816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9210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BE3A1B-EE03-683C-311D-752C7C060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058586-0AED-B7F6-BAC8-61A89A1AA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7D249D-5622-86EA-D365-511705584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4F0E2-2E4A-F445-B2D0-D358C44EF748}" type="datetimeFigureOut">
              <a:rPr kumimoji="1" lang="ja-JP" altLang="en-US" smtClean="0"/>
              <a:t>2026/5/5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A6A0AE-8CC6-E8BA-5837-BE09522F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634639-18A1-8FA7-A110-FA01B5F9E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DC8E-D6C6-CE4E-8590-2C1A8F816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493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0A19010-87FD-A90E-C526-2B611BC0F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B7B685-3156-5F22-7EFD-2AF6E4D0E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6D8FD-A5F4-47A8-03A4-9D2A2100A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4F0E2-2E4A-F445-B2D0-D358C44EF748}" type="datetimeFigureOut">
              <a:rPr kumimoji="1" lang="ja-JP" altLang="en-US" smtClean="0"/>
              <a:t>2026/5/5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1AA765-E8A1-8669-8386-9186CD17B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09294A-5025-15C1-293A-EF5939AE7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88DC8E-D6C6-CE4E-8590-2C1A8F816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3994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ACAEEBA-222E-5F80-7163-A8A0AF79F8B5}"/>
              </a:ext>
            </a:extLst>
          </p:cNvPr>
          <p:cNvSpPr/>
          <p:nvPr/>
        </p:nvSpPr>
        <p:spPr>
          <a:xfrm>
            <a:off x="968188" y="645459"/>
            <a:ext cx="10502153" cy="5647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0DE190E-ED64-52A1-8635-450D2B2DEE14}"/>
              </a:ext>
            </a:extLst>
          </p:cNvPr>
          <p:cNvSpPr txBox="1"/>
          <p:nvPr/>
        </p:nvSpPr>
        <p:spPr>
          <a:xfrm>
            <a:off x="1127051" y="244549"/>
            <a:ext cx="240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Chrome</a:t>
            </a:r>
            <a:r>
              <a:rPr kumimoji="1" lang="ja-JP" altLang="en-US"/>
              <a:t>ブラウザ画面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92A7362-93C7-4F82-18BA-B3E2825908CA}"/>
              </a:ext>
            </a:extLst>
          </p:cNvPr>
          <p:cNvSpPr/>
          <p:nvPr/>
        </p:nvSpPr>
        <p:spPr>
          <a:xfrm>
            <a:off x="1186677" y="935353"/>
            <a:ext cx="10037135" cy="520995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79CE4E-40C8-A7B2-8A06-01F165A4140D}"/>
              </a:ext>
            </a:extLst>
          </p:cNvPr>
          <p:cNvSpPr txBox="1"/>
          <p:nvPr/>
        </p:nvSpPr>
        <p:spPr>
          <a:xfrm>
            <a:off x="2030819" y="5635256"/>
            <a:ext cx="2519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USB</a:t>
            </a:r>
            <a:r>
              <a:rPr kumimoji="1" lang="ja-JP" altLang="en-US"/>
              <a:t>カメラ動画</a:t>
            </a:r>
            <a:r>
              <a:rPr kumimoji="1" lang="en-US" altLang="ja-JP" dirty="0"/>
              <a:t> 30fps</a:t>
            </a:r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B795428-0A6A-A0C7-9F7F-D0597DBFBAA9}"/>
              </a:ext>
            </a:extLst>
          </p:cNvPr>
          <p:cNvSpPr/>
          <p:nvPr/>
        </p:nvSpPr>
        <p:spPr>
          <a:xfrm>
            <a:off x="5078505" y="2487706"/>
            <a:ext cx="2281518" cy="23801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グラフィックス 6" descr="ネコ 枠線">
            <a:extLst>
              <a:ext uri="{FF2B5EF4-FFF2-40B4-BE49-F238E27FC236}">
                <a16:creationId xmlns:a16="http://schemas.microsoft.com/office/drawing/2014/main" id="{20043F86-AF52-CDBF-AE72-EDC55966E7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78505" y="2487706"/>
            <a:ext cx="2281518" cy="228151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6E4450C-1644-DF38-B75B-CB95DDE0B1B6}"/>
              </a:ext>
            </a:extLst>
          </p:cNvPr>
          <p:cNvSpPr/>
          <p:nvPr/>
        </p:nvSpPr>
        <p:spPr>
          <a:xfrm>
            <a:off x="1411941" y="1021976"/>
            <a:ext cx="5271247" cy="766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これはなに？</a:t>
            </a:r>
            <a:r>
              <a:rPr kumimoji="1" lang="en-US" altLang="ja-JP" dirty="0"/>
              <a:t>Window</a:t>
            </a:r>
            <a:endParaRPr kumimoji="1" lang="ja-JP" altLang="en-US"/>
          </a:p>
        </p:txBody>
      </p:sp>
      <p:pic>
        <p:nvPicPr>
          <p:cNvPr id="10" name="グラフィックス 9" descr="雄鶏 単色塗りつぶし">
            <a:extLst>
              <a:ext uri="{FF2B5EF4-FFF2-40B4-BE49-F238E27FC236}">
                <a16:creationId xmlns:a16="http://schemas.microsoft.com/office/drawing/2014/main" id="{42B74AD9-DD68-CFB0-AABF-B879D6180E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457184" y="3399865"/>
            <a:ext cx="1556827" cy="1317812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60F2A4D-63D8-30B0-AB82-26E99D89904F}"/>
              </a:ext>
            </a:extLst>
          </p:cNvPr>
          <p:cNvSpPr/>
          <p:nvPr/>
        </p:nvSpPr>
        <p:spPr>
          <a:xfrm>
            <a:off x="7505343" y="3227294"/>
            <a:ext cx="1605829" cy="16405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8B9651E-97E3-C0FC-D343-3976E3D22975}"/>
              </a:ext>
            </a:extLst>
          </p:cNvPr>
          <p:cNvSpPr txBox="1"/>
          <p:nvPr/>
        </p:nvSpPr>
        <p:spPr>
          <a:xfrm>
            <a:off x="5078505" y="2019763"/>
            <a:ext cx="2102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YOLO</a:t>
            </a:r>
            <a:r>
              <a:rPr kumimoji="1" lang="ja-JP" altLang="en-US"/>
              <a:t>の物体検知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FA210A9-6A05-C15D-B1DD-AF399EDB0673}"/>
              </a:ext>
            </a:extLst>
          </p:cNvPr>
          <p:cNvSpPr txBox="1"/>
          <p:nvPr/>
        </p:nvSpPr>
        <p:spPr>
          <a:xfrm>
            <a:off x="7505343" y="2759582"/>
            <a:ext cx="2102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YOLO</a:t>
            </a:r>
            <a:r>
              <a:rPr kumimoji="1" lang="ja-JP" altLang="en-US"/>
              <a:t>の物体検知</a:t>
            </a:r>
          </a:p>
        </p:txBody>
      </p:sp>
    </p:spTree>
    <p:extLst>
      <p:ext uri="{BB962C8B-B14F-4D97-AF65-F5344CB8AC3E}">
        <p14:creationId xmlns:p14="http://schemas.microsoft.com/office/powerpoint/2010/main" val="4075298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</Words>
  <Application>Microsoft Macintosh PowerPoint</Application>
  <PresentationFormat>ワイド画面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Hideyuki Araki</dc:creator>
  <cp:lastModifiedBy>Hideyuki Araki</cp:lastModifiedBy>
  <cp:revision>1</cp:revision>
  <dcterms:created xsi:type="dcterms:W3CDTF">2026-05-05T00:55:00Z</dcterms:created>
  <dcterms:modified xsi:type="dcterms:W3CDTF">2026-05-05T01:03:58Z</dcterms:modified>
</cp:coreProperties>
</file>